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142" r:id="rId1"/>
  </p:sldMasterIdLst>
  <p:notesMasterIdLst>
    <p:notesMasterId r:id="rId13"/>
  </p:notesMasterIdLst>
  <p:handoutMasterIdLst>
    <p:handoutMasterId r:id="rId14"/>
  </p:handoutMasterIdLst>
  <p:sldIdLst>
    <p:sldId id="529" r:id="rId2"/>
    <p:sldId id="495" r:id="rId3"/>
    <p:sldId id="535" r:id="rId4"/>
    <p:sldId id="514" r:id="rId5"/>
    <p:sldId id="515" r:id="rId6"/>
    <p:sldId id="516" r:id="rId7"/>
    <p:sldId id="517" r:id="rId8"/>
    <p:sldId id="530" r:id="rId9"/>
    <p:sldId id="532" r:id="rId10"/>
    <p:sldId id="534" r:id="rId11"/>
    <p:sldId id="528" r:id="rId12"/>
  </p:sldIdLst>
  <p:sldSz cx="9144000" cy="5143500" type="screen16x9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A9ACEF"/>
    <a:srgbClr val="0000CC"/>
    <a:srgbClr val="A50021"/>
    <a:srgbClr val="66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87621" autoAdjust="0"/>
  </p:normalViewPr>
  <p:slideViewPr>
    <p:cSldViewPr>
      <p:cViewPr varScale="1">
        <p:scale>
          <a:sx n="95" d="100"/>
          <a:sy n="95" d="100"/>
        </p:scale>
        <p:origin x="974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14FDCBBC-8C6D-4B91-8E0F-7F7539A60517}" type="datetimeFigureOut">
              <a:rPr lang="en-US"/>
              <a:pPr>
                <a:defRPr/>
              </a:pPr>
              <a:t>11/23/2024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itchFamily="34" charset="0"/>
              </a:defRPr>
            </a:lvl1pPr>
          </a:lstStyle>
          <a:p>
            <a:pPr>
              <a:defRPr/>
            </a:pPr>
            <a:fld id="{2952E2ED-3A02-491C-A9B8-DFEE216EB3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70421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061F6FC2-9645-479A-A309-27B8F5654211}" type="datetimeFigureOut">
              <a:rPr lang="en-US"/>
              <a:pPr>
                <a:defRPr/>
              </a:pPr>
              <a:t>11/23/2024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alibri" pitchFamily="34" charset="0"/>
              </a:defRPr>
            </a:lvl1pPr>
          </a:lstStyle>
          <a:p>
            <a:pPr>
              <a:defRPr/>
            </a:pPr>
            <a:fld id="{F2D8CC3F-ADB2-4AF7-880C-111F7E6C7F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02645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2914650"/>
            <a:ext cx="6858000" cy="74295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05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EDD62464-91D3-48B5-AF18-AC74D9BF9633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4766310"/>
            <a:ext cx="1219200" cy="274320"/>
          </a:xfrm>
        </p:spPr>
        <p:txBody>
          <a:bodyPr/>
          <a:lstStyle/>
          <a:p>
            <a:pPr>
              <a:defRPr/>
            </a:pPr>
            <a:fld id="{C0A8E10E-36D1-42AB-939C-34BEB33CD9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Rectangle 20"/>
          <p:cNvSpPr/>
          <p:nvPr/>
        </p:nvSpPr>
        <p:spPr>
          <a:xfrm>
            <a:off x="904875" y="2736056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3786188"/>
            <a:ext cx="7315200" cy="51435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2736056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3786188"/>
            <a:ext cx="228600" cy="51435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9C998-94AD-4592-8E0C-5C5705351BB2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28850"/>
            <a:ext cx="6858000" cy="8001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3200400"/>
            <a:ext cx="6781800" cy="85725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/>
          <a:p>
            <a:pPr>
              <a:defRPr/>
            </a:pPr>
            <a:fld id="{E8339EB3-ACA5-47FD-8BD1-3F380C79EF14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4766310"/>
            <a:ext cx="1520952" cy="274320"/>
          </a:xfrm>
        </p:spPr>
        <p:txBody>
          <a:bodyPr/>
          <a:lstStyle/>
          <a:p>
            <a:pPr>
              <a:defRPr/>
            </a:pPr>
            <a:fld id="{BEE0AD74-942B-45F6-8EEE-203197083F5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914400" y="2114550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114550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3BC824-8250-46A4-97E9-1A69B2F2FB25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54FDC-F986-4516-81A3-5CBC9634E9C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4406"/>
            <a:ext cx="4040188" cy="51435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971550"/>
            <a:ext cx="4041775" cy="51435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371F4A-15B0-4739-9C96-5151473761C3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A63921-D0A8-45BD-ADF0-24CC5F135F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B05E16-91CD-4D24-9E72-745C6AD013E1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5D060A-EFD9-4B22-932C-C42B599DBAF2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71F5BB-190B-45BA-B754-2541F8CA6F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228600"/>
            <a:ext cx="2514600" cy="62865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914401"/>
            <a:ext cx="2514600" cy="3632597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C5E58A-366D-42D7-BE35-2A21803AE55F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D1EAA-7E8D-49EA-BCBB-3C5BA424400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915025" y="2493169"/>
            <a:ext cx="452628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5715000" cy="42862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642"/>
            <a:ext cx="8229600" cy="506016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428750"/>
            <a:ext cx="8229600" cy="320268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914400"/>
            <a:ext cx="8229600" cy="40005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D38484-2184-434F-AC88-29FFE4A0AA9F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93E55C-A662-4067-BE20-A4D82E579A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375642"/>
            <a:ext cx="182880" cy="51435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9A3B33-C0B7-41A2-B02D-6B795B806535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C11DA-FA02-4E33-93FC-C378FAF95FB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E726FA-2B63-4917-AB28-C983D9D4464F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085C4-C07B-4C80-B337-90438D59D3C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4361127" y="2401464"/>
            <a:ext cx="438912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368274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4767263"/>
            <a:ext cx="2289048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2B7BAF5-5BC0-49B1-9197-CD06326EE3BE}" type="datetime3">
              <a:rPr lang="en-US" smtClean="0"/>
              <a:t>23 November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4767263"/>
            <a:ext cx="3505200" cy="27432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4767263"/>
            <a:ext cx="1981200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78D2778-B29C-49DB-A26C-44F5760A33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85725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44" r:id="rId2"/>
    <p:sldLayoutId id="2147484145" r:id="rId3"/>
    <p:sldLayoutId id="2147484146" r:id="rId4"/>
    <p:sldLayoutId id="2147484147" r:id="rId5"/>
    <p:sldLayoutId id="2147484148" r:id="rId6"/>
    <p:sldLayoutId id="2147484149" r:id="rId7"/>
    <p:sldLayoutId id="2147484150" r:id="rId8"/>
    <p:sldLayoutId id="2147484151" r:id="rId9"/>
    <p:sldLayoutId id="2147484152" r:id="rId10"/>
    <p:sldLayoutId id="214748415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52513"/>
          </a:xfr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en-IN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CGB1201 – JAVA PROGRAMMING</a:t>
            </a:r>
            <a:br>
              <a:rPr lang="en-IN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PROJECT REVIEW-2</a:t>
            </a:r>
          </a:p>
        </p:txBody>
      </p:sp>
      <p:sp>
        <p:nvSpPr>
          <p:cNvPr id="7" name="Footer Placeholder 4"/>
          <p:cNvSpPr txBox="1">
            <a:spLocks/>
          </p:cNvSpPr>
          <p:nvPr/>
        </p:nvSpPr>
        <p:spPr>
          <a:xfrm>
            <a:off x="762000" y="1123950"/>
            <a:ext cx="7772400" cy="3733800"/>
          </a:xfrm>
          <a:prstGeom prst="rect">
            <a:avLst/>
          </a:prstGeom>
        </p:spPr>
        <p:txBody>
          <a:bodyPr vert="horz" lIns="45720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endParaRPr lang="en-US" sz="25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  <a:p>
            <a:pPr algn="ctr"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Academic Year: 2024 – 2025 (Odd Semester)</a:t>
            </a:r>
          </a:p>
          <a:p>
            <a:pPr algn="ctr">
              <a:defRPr/>
            </a:pPr>
            <a:endParaRPr lang="en-US" sz="25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Register Number	: 2303811710421151</a:t>
            </a: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Name					: SIVA SURUYA S</a:t>
            </a: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Year					: 2</a:t>
            </a:r>
            <a:r>
              <a:rPr lang="en-US" sz="2500" b="1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Semester				: III</a:t>
            </a: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Section				: AN</a:t>
            </a: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Date					: 23/11/2024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54FDC-F986-4516-81A3-5CBC9634E9C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D95C9AB-6F24-D9B7-D1F9-29164BA1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40386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CGB1201 – JAVA PROGRAMMING –PROJECT REVIEW 2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4DDB65-4422-DF13-2A80-258031810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" y="65822"/>
            <a:ext cx="1143000" cy="9505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6E9F53-3D56-8651-110F-5D84F7B80C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000" b="20000"/>
          <a:stretch/>
        </p:blipFill>
        <p:spPr>
          <a:xfrm>
            <a:off x="7924800" y="99586"/>
            <a:ext cx="1066800" cy="8830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E05917E-1459-9543-BDC1-EB6757DCCC2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TITLE OF THE PROJECT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926A3-D6DE-BF77-88C6-09EA205A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8400" y="4767263"/>
            <a:ext cx="4340352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CGB1201 – JAVA PROGRAMMING –PROJECT REVIEW 2 </a:t>
            </a:r>
          </a:p>
        </p:txBody>
      </p:sp>
      <p:sp>
        <p:nvSpPr>
          <p:cNvPr id="819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8B3AA75-1EA1-4A20-9182-A423EE2FFA8F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" name="Footer Placeholder 4"/>
          <p:cNvSpPr txBox="1">
            <a:spLocks/>
          </p:cNvSpPr>
          <p:nvPr/>
        </p:nvSpPr>
        <p:spPr>
          <a:xfrm>
            <a:off x="799641" y="1271071"/>
            <a:ext cx="7772400" cy="1224479"/>
          </a:xfrm>
          <a:prstGeom prst="rect">
            <a:avLst/>
          </a:prstGeom>
        </p:spPr>
        <p:txBody>
          <a:bodyPr vert="horz" lIns="45720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>
              <a:defRPr/>
            </a:pPr>
            <a:endParaRPr lang="en-US" sz="2500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894BDA-3057-096C-18BB-A0D0D182A5A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>
            <a:normAutofit/>
          </a:bodyPr>
          <a:lstStyle/>
          <a:p>
            <a:endParaRPr lang="en-IN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I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Online Job Portal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15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6C9BE-9D15-A163-33D4-6AFBAC69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CD014-314C-191E-49BF-F5D7149A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B0940E-3267-DA36-EA79-99FA0289D37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Java Programming – Concepts Used</a:t>
            </a:r>
          </a:p>
          <a:p>
            <a:r>
              <a:rPr lang="en-US" dirty="0"/>
              <a:t>Proposed Architecture</a:t>
            </a:r>
          </a:p>
          <a:p>
            <a:r>
              <a:rPr lang="en-US" dirty="0"/>
              <a:t>Module Description</a:t>
            </a:r>
          </a:p>
          <a:p>
            <a:r>
              <a:rPr lang="en-US" dirty="0"/>
              <a:t>Result and Discussion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Title 9">
            <a:extLst>
              <a:ext uri="{FF2B5EF4-FFF2-40B4-BE49-F238E27FC236}">
                <a16:creationId xmlns:a16="http://schemas.microsoft.com/office/drawing/2014/main" id="{A32692BE-FF77-1E98-037F-BEC4E0C0D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AGENDA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310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B552-9064-2022-2FE6-8CF056A2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60960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en-IN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IN" sz="4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03579-F0D1-E1A9-9626-90D255E9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4767263"/>
            <a:ext cx="41910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CGB1201 – JAVA PROGRAMMING –PROJECT REVIEW 2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0F658-36A0-130D-3974-0382D1967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94BDA-3057-096C-18BB-A0D0D182A5A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Online Job Portal is a system that connects job seekers with employers. </a:t>
            </a:r>
          </a:p>
          <a:p>
            <a:r>
              <a:rPr lang="en-US" dirty="0"/>
              <a:t>Job seekers can search and apply for jobs based on their skills, while employers can post job vacancies and manage applications.</a:t>
            </a:r>
          </a:p>
          <a:p>
            <a:r>
              <a:rPr lang="en-US" dirty="0"/>
              <a:t> The system aims to streamline the job application process, improving efficiency for both parties.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433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F4323-5210-80A9-6891-2FD74992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1917"/>
            <a:ext cx="8229600" cy="641033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05221-347E-9CCD-BA88-4C53ECC37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41148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CGB1201 – JAVA PROGRAMMING –PROJECT REVIEW 2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C23A5-3836-E986-E59E-625D0AB8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3BF69-1C78-F823-3EFC-69FA8564C9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Online Job Portal simplifies the recruitment process by providing a platform for job seekers to find suitable jobs and for employers to manage job applications. </a:t>
            </a:r>
          </a:p>
          <a:p>
            <a:r>
              <a:rPr lang="en-US" dirty="0"/>
              <a:t>This Java-based solution enhances job matching and application management, benefiting both job seekers and employers.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699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B6BB-2415-497F-4C70-6A70B013581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JAVA PROGRAMMING  - CONCEPTS USED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EE2C0-12B3-E6E1-5A16-64A0C663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4767263"/>
            <a:ext cx="4035552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CGB1201 – JAVA PROGRAMMING –PROJECT REVIEW 2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628F9-F7CC-2DB8-AAC5-C0EF60497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A75F-B902-2E39-B132-184CA4C154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Object-Oriented Programming (OOP): Classes like Job and Employee are used to model real-world entities</a:t>
            </a:r>
          </a:p>
          <a:p>
            <a:r>
              <a:rPr lang="en-IN" dirty="0"/>
              <a:t>Data Structure: </a:t>
            </a:r>
            <a:r>
              <a:rPr lang="en-IN" dirty="0" err="1"/>
              <a:t>ArrayList</a:t>
            </a:r>
            <a:r>
              <a:rPr lang="en-IN" dirty="0"/>
              <a:t> is used to store Job </a:t>
            </a:r>
            <a:r>
              <a:rPr lang="en-IN" dirty="0" err="1"/>
              <a:t>seekers,employers</a:t>
            </a:r>
            <a:r>
              <a:rPr lang="en-IN" dirty="0"/>
              <a:t> and Job posting.</a:t>
            </a:r>
          </a:p>
          <a:p>
            <a:r>
              <a:rPr lang="en-IN" dirty="0" err="1"/>
              <a:t>Encapusaltion</a:t>
            </a:r>
            <a:r>
              <a:rPr lang="en-IN" dirty="0"/>
              <a:t> &amp; Abstraction: </a:t>
            </a:r>
            <a:r>
              <a:rPr lang="en-US" dirty="0"/>
              <a:t>Data is securely managed within classes, and internal processes are abstracted for simplicity.</a:t>
            </a:r>
            <a:endParaRPr lang="en-IN" dirty="0"/>
          </a:p>
          <a:p>
            <a:pPr marL="0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300557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F8B42-1B21-5C6F-AF75-1ADAF6ED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CGB1201 – JAVA PROGRAMMING –PROJECT REVIEW 2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6DEE7-B5D1-AD74-0657-7CAE2D6C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7FB43-016D-4DDB-52D8-BCF00F70ED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4300"/>
            <a:ext cx="8229600" cy="74295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PROPOSED ARCHITECTURE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9D99B7F-33EC-79A7-4BB3-7D279E0B578B}"/>
              </a:ext>
            </a:extLst>
          </p:cNvPr>
          <p:cNvSpPr/>
          <p:nvPr/>
        </p:nvSpPr>
        <p:spPr>
          <a:xfrm>
            <a:off x="3703438" y="1046938"/>
            <a:ext cx="1890643" cy="269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User interface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04E93B-496E-B71E-5E72-EA83DFE2A449}"/>
              </a:ext>
            </a:extLst>
          </p:cNvPr>
          <p:cNvSpPr/>
          <p:nvPr/>
        </p:nvSpPr>
        <p:spPr>
          <a:xfrm>
            <a:off x="722515" y="2156273"/>
            <a:ext cx="1987827" cy="437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User details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3687A6-32D6-2613-C268-A792AB6626B5}"/>
              </a:ext>
            </a:extLst>
          </p:cNvPr>
          <p:cNvSpPr/>
          <p:nvPr/>
        </p:nvSpPr>
        <p:spPr>
          <a:xfrm>
            <a:off x="3623923" y="2072880"/>
            <a:ext cx="2049673" cy="4373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Job vacancy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BCD5E4-3D8C-7E54-BE24-BCDE52B75CA7}"/>
              </a:ext>
            </a:extLst>
          </p:cNvPr>
          <p:cNvSpPr/>
          <p:nvPr/>
        </p:nvSpPr>
        <p:spPr>
          <a:xfrm>
            <a:off x="6587177" y="2072881"/>
            <a:ext cx="1784627" cy="4373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Registration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5D631F-3479-8F8F-1D97-1BCCE08ABE10}"/>
              </a:ext>
            </a:extLst>
          </p:cNvPr>
          <p:cNvSpPr/>
          <p:nvPr/>
        </p:nvSpPr>
        <p:spPr>
          <a:xfrm>
            <a:off x="503036" y="3197007"/>
            <a:ext cx="1987826" cy="1382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Name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Email I’d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Degree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Job type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1C4743-1109-32DB-A05B-C5059E2E66B7}"/>
              </a:ext>
            </a:extLst>
          </p:cNvPr>
          <p:cNvSpPr/>
          <p:nvPr/>
        </p:nvSpPr>
        <p:spPr>
          <a:xfrm>
            <a:off x="3866881" y="3052763"/>
            <a:ext cx="1563759" cy="1382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The job vacancy which is in the job portal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6FDDEC-8390-58D1-F505-0559ECD18FC4}"/>
              </a:ext>
            </a:extLst>
          </p:cNvPr>
          <p:cNvSpPr/>
          <p:nvPr/>
        </p:nvSpPr>
        <p:spPr>
          <a:xfrm>
            <a:off x="6487562" y="3052763"/>
            <a:ext cx="1900562" cy="1382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IN" dirty="0">
                <a:solidFill>
                  <a:schemeClr val="tx1"/>
                </a:solidFill>
              </a:rPr>
              <a:t>The registration successfully/ unsuccessful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CBA68-D098-B448-959A-B45D9ACEAFE6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>
            <a:off x="4648760" y="1316400"/>
            <a:ext cx="0" cy="756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28C0868-C222-F761-87F9-E4AF2AABA106}"/>
              </a:ext>
            </a:extLst>
          </p:cNvPr>
          <p:cNvCxnSpPr>
            <a:cxnSpLocks/>
          </p:cNvCxnSpPr>
          <p:nvPr/>
        </p:nvCxnSpPr>
        <p:spPr>
          <a:xfrm>
            <a:off x="5594081" y="1165107"/>
            <a:ext cx="1644919" cy="873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8DA5315-54CE-820E-E279-A1FB6820BF85}"/>
              </a:ext>
            </a:extLst>
          </p:cNvPr>
          <p:cNvCxnSpPr>
            <a:cxnSpLocks/>
            <a:stCxn id="32" idx="1"/>
            <a:endCxn id="33" idx="0"/>
          </p:cNvCxnSpPr>
          <p:nvPr/>
        </p:nvCxnSpPr>
        <p:spPr>
          <a:xfrm flipH="1">
            <a:off x="1716429" y="1181669"/>
            <a:ext cx="1987009" cy="974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AB68074-1152-09B3-0464-89485DC68B62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1496949" y="2620341"/>
            <a:ext cx="4011" cy="576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5ABFB7-E2E5-83B3-5A46-FEBCF0755C95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4648761" y="2495550"/>
            <a:ext cx="0" cy="557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66D7D23-3243-2A17-584F-1025669DB1CD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7437843" y="2510202"/>
            <a:ext cx="0" cy="542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18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189" y="122972"/>
            <a:ext cx="8229600" cy="74295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MODULE DESCRIPTION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b="1" dirty="0"/>
              <a:t>User Detail</a:t>
            </a:r>
            <a:r>
              <a:rPr lang="en-IN" dirty="0"/>
              <a:t>:  </a:t>
            </a:r>
            <a:r>
              <a:rPr lang="en-US" dirty="0"/>
              <a:t>Manages and stores job seekers' and employers' personal and professional details.</a:t>
            </a:r>
          </a:p>
          <a:p>
            <a:r>
              <a:rPr lang="en-IN" b="1" dirty="0"/>
              <a:t>Job Vacancy </a:t>
            </a:r>
            <a:r>
              <a:rPr lang="en-US" dirty="0"/>
              <a:t>:Enables employers to post job vacancies and job seekers to view or apply for jobs.</a:t>
            </a:r>
          </a:p>
          <a:p>
            <a:r>
              <a:rPr lang="en-IN" b="1" dirty="0"/>
              <a:t>Job Registration</a:t>
            </a:r>
            <a:r>
              <a:rPr lang="en-US" b="1" dirty="0"/>
              <a:t>:</a:t>
            </a:r>
            <a:r>
              <a:rPr lang="en-US" dirty="0"/>
              <a:t> Allows job seekers and employers to register on the portal.</a:t>
            </a:r>
          </a:p>
          <a:p>
            <a:r>
              <a:rPr lang="en-IN" b="1" dirty="0"/>
              <a:t>Exit Module</a:t>
            </a:r>
            <a:r>
              <a:rPr lang="en-US" dirty="0"/>
              <a:t>:Handles the termination of the program when the user chooses to exit.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D95C9AB-6F24-D9B7-D1F9-29164BA1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40386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CGB1201 – JAVA PROGRAMMING –PROJECT REVIEW 2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RESULTS AND DISCUSSION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B7AF13-CC1B-F359-D64E-74C6D30E42C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858" y="914400"/>
            <a:ext cx="3032283" cy="3703638"/>
          </a:xfr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D95C9AB-6F24-D9B7-D1F9-29164BA1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40386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CGB1201 – JAVA PROGRAMMING –PROJECT REVIEW 2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Online Job Portal successfully demonstrates job matching and application management using Java. It simplifies the recruitment process and is extendable for larger-scale use.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D95C9AB-6F24-D9B7-D1F9-29164BA1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40386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CGB1201 – JAVA PROGRAMMING –PROJECT REVIEW 2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1377AE-5B94-C1F2-E1C0-17E77BBFB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038350"/>
            <a:ext cx="8229600" cy="685800"/>
          </a:xfrm>
          <a:solidFill>
            <a:schemeClr val="bg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THANK  YOU</a:t>
            </a:r>
            <a:endParaRPr lang="en-IN" sz="4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88336-4666-251E-4707-60771806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D95C9AB-6F24-D9B7-D1F9-29164BA10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40386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CGB1201 – JAVA PROGRAMMING –PROJECT REVIEW 2 </a:t>
            </a:r>
          </a:p>
        </p:txBody>
      </p:sp>
    </p:spTree>
    <p:extLst>
      <p:ext uri="{BB962C8B-B14F-4D97-AF65-F5344CB8AC3E}">
        <p14:creationId xmlns:p14="http://schemas.microsoft.com/office/powerpoint/2010/main" val="4281137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477</Words>
  <Application>Microsoft Office PowerPoint</Application>
  <PresentationFormat>On-screen Show (16:9)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Bookman Old Style</vt:lpstr>
      <vt:lpstr>Calibri</vt:lpstr>
      <vt:lpstr>Gill Sans MT</vt:lpstr>
      <vt:lpstr>Times New Roman</vt:lpstr>
      <vt:lpstr>Wingdings</vt:lpstr>
      <vt:lpstr>Wingdings 3</vt:lpstr>
      <vt:lpstr>Origin</vt:lpstr>
      <vt:lpstr>CGB1201 – JAVA PROGRAMMING PROJECT REVIEW-2</vt:lpstr>
      <vt:lpstr>TITLE OF THE PROJECT</vt:lpstr>
      <vt:lpstr>AGENDA</vt:lpstr>
      <vt:lpstr>ABSTRACT </vt:lpstr>
      <vt:lpstr>INTRODUCTION</vt:lpstr>
      <vt:lpstr>JAVA PROGRAMMING  - CONCEPTS USED</vt:lpstr>
      <vt:lpstr>PROPOSED ARCHITECTURE</vt:lpstr>
      <vt:lpstr>MODULE DESCRIPTION</vt:lpstr>
      <vt:lpstr>RESULTS AND DISCUSSION</vt:lpstr>
      <vt:lpstr>CONCLUSION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2024-11-23T07:48:07Z</dcterms:modified>
</cp:coreProperties>
</file>